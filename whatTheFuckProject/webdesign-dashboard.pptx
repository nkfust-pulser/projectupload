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528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72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81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876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91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405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50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85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3194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404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402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12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7DEE8-3209-47F7-895B-4320EE7DCF42}" type="datetimeFigureOut">
              <a:rPr lang="zh-TW" altLang="en-US" smtClean="0"/>
              <a:t>2017/5/28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B81A7-23E8-4912-86AB-80FB408FEC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61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15450" y="0"/>
            <a:ext cx="7969827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9" name="群組 18"/>
          <p:cNvGrpSpPr/>
          <p:nvPr/>
        </p:nvGrpSpPr>
        <p:grpSpPr>
          <a:xfrm>
            <a:off x="1689838" y="676057"/>
            <a:ext cx="7969827" cy="633846"/>
            <a:chOff x="1704109" y="888422"/>
            <a:chExt cx="7969827" cy="633846"/>
          </a:xfrm>
        </p:grpSpPr>
        <p:sp>
          <p:nvSpPr>
            <p:cNvPr id="5" name="矩形 4"/>
            <p:cNvSpPr/>
            <p:nvPr/>
          </p:nvSpPr>
          <p:spPr>
            <a:xfrm>
              <a:off x="1704109" y="888422"/>
              <a:ext cx="7969827" cy="63384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2195079" y="966349"/>
              <a:ext cx="1672935" cy="477982"/>
            </a:xfrm>
            <a:prstGeom prst="round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今天 </a:t>
              </a:r>
              <a:r>
                <a:rPr lang="en-US" altLang="zh-TW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5/28</a:t>
              </a:r>
              <a:endPara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8" name="群組 17"/>
            <p:cNvGrpSpPr/>
            <p:nvPr/>
          </p:nvGrpSpPr>
          <p:grpSpPr>
            <a:xfrm>
              <a:off x="4173252" y="966350"/>
              <a:ext cx="2574962" cy="477982"/>
              <a:chOff x="4026476" y="966350"/>
              <a:chExt cx="2574962" cy="477982"/>
            </a:xfrm>
          </p:grpSpPr>
          <p:sp>
            <p:nvSpPr>
              <p:cNvPr id="13" name="圓角矩形 12"/>
              <p:cNvSpPr/>
              <p:nvPr/>
            </p:nvSpPr>
            <p:spPr>
              <a:xfrm>
                <a:off x="5779912" y="1049480"/>
                <a:ext cx="821526" cy="318874"/>
              </a:xfrm>
              <a:prstGeom prst="roundRect">
                <a:avLst/>
              </a:prstGeom>
              <a:solidFill>
                <a:srgbClr val="00B05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查詢</a:t>
                </a:r>
                <a:endPara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grpSp>
            <p:nvGrpSpPr>
              <p:cNvPr id="17" name="群組 16"/>
              <p:cNvGrpSpPr/>
              <p:nvPr/>
            </p:nvGrpSpPr>
            <p:grpSpPr>
              <a:xfrm>
                <a:off x="4026476" y="966350"/>
                <a:ext cx="1688517" cy="477982"/>
                <a:chOff x="4026476" y="966350"/>
                <a:chExt cx="1688517" cy="477982"/>
              </a:xfrm>
            </p:grpSpPr>
            <p:sp>
              <p:nvSpPr>
                <p:cNvPr id="8" name="圓角矩形 7"/>
                <p:cNvSpPr/>
                <p:nvPr/>
              </p:nvSpPr>
              <p:spPr>
                <a:xfrm>
                  <a:off x="4026476" y="966350"/>
                  <a:ext cx="1688517" cy="477982"/>
                </a:xfrm>
                <a:prstGeom prst="roundRect">
                  <a:avLst/>
                </a:prstGeom>
                <a:solidFill>
                  <a:srgbClr val="18171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9" name="矩形 8"/>
                <p:cNvSpPr/>
                <p:nvPr/>
              </p:nvSpPr>
              <p:spPr>
                <a:xfrm>
                  <a:off x="4156364" y="1049481"/>
                  <a:ext cx="384456" cy="3117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矩形 9"/>
                <p:cNvSpPr/>
                <p:nvPr/>
              </p:nvSpPr>
              <p:spPr>
                <a:xfrm>
                  <a:off x="4574590" y="1049480"/>
                  <a:ext cx="342900" cy="31172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b="1" dirty="0" smtClean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月</a:t>
                  </a:r>
                  <a:endPara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4964244" y="1049480"/>
                  <a:ext cx="387061" cy="3117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5346106" y="1049480"/>
                  <a:ext cx="368887" cy="31172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TW" altLang="en-US" b="1" dirty="0" smtClean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日</a:t>
                  </a:r>
                  <a:endPara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14" name="流程圖: 合併 13"/>
                <p:cNvSpPr/>
                <p:nvPr/>
              </p:nvSpPr>
              <p:spPr>
                <a:xfrm>
                  <a:off x="5205839" y="1142996"/>
                  <a:ext cx="114305" cy="124691"/>
                </a:xfrm>
                <a:prstGeom prst="flowChartMerg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流程圖: 合併 14"/>
                <p:cNvSpPr/>
                <p:nvPr/>
              </p:nvSpPr>
              <p:spPr>
                <a:xfrm>
                  <a:off x="4403142" y="1142996"/>
                  <a:ext cx="114305" cy="124691"/>
                </a:xfrm>
                <a:prstGeom prst="flowChartMerg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sp>
          <p:nvSpPr>
            <p:cNvPr id="16" name="圓角矩形 15"/>
            <p:cNvSpPr/>
            <p:nvPr/>
          </p:nvSpPr>
          <p:spPr>
            <a:xfrm>
              <a:off x="6974899" y="966350"/>
              <a:ext cx="2426273" cy="477981"/>
            </a:xfrm>
            <a:prstGeom prst="roundRect">
              <a:avLst/>
            </a:prstGeom>
            <a:solidFill>
              <a:srgbClr val="1817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目前無使用裝置</a:t>
              </a:r>
              <a:endPara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715452" y="14934"/>
            <a:ext cx="7969825" cy="667616"/>
            <a:chOff x="1704109" y="0"/>
            <a:chExt cx="7969825" cy="667616"/>
          </a:xfrm>
          <a:solidFill>
            <a:srgbClr val="262626"/>
          </a:solidFill>
        </p:grpSpPr>
        <p:sp>
          <p:nvSpPr>
            <p:cNvPr id="20" name="矩形 19"/>
            <p:cNvSpPr/>
            <p:nvPr/>
          </p:nvSpPr>
          <p:spPr>
            <a:xfrm>
              <a:off x="1704109" y="0"/>
              <a:ext cx="7969825" cy="66761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715452" y="64293"/>
              <a:ext cx="1689831" cy="5377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Pulser2.0</a:t>
              </a:r>
              <a:endParaRPr lang="zh-TW" altLang="en-US" sz="2400" dirty="0">
                <a:latin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grpSp>
          <p:nvGrpSpPr>
            <p:cNvPr id="24" name="群組 23"/>
            <p:cNvGrpSpPr/>
            <p:nvPr/>
          </p:nvGrpSpPr>
          <p:grpSpPr>
            <a:xfrm>
              <a:off x="3501736" y="132473"/>
              <a:ext cx="1048180" cy="509155"/>
              <a:chOff x="4054407" y="2271712"/>
              <a:chExt cx="1219628" cy="509155"/>
            </a:xfrm>
            <a:grpFill/>
          </p:grpSpPr>
          <p:sp>
            <p:nvSpPr>
              <p:cNvPr id="22" name="矩形 21"/>
              <p:cNvSpPr/>
              <p:nvPr/>
            </p:nvSpPr>
            <p:spPr>
              <a:xfrm>
                <a:off x="4054407" y="2271712"/>
                <a:ext cx="1219628" cy="405246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  <a:cs typeface="Segoe UI Black" panose="020B0A02040204020203" pitchFamily="34" charset="0"/>
                  </a:rPr>
                  <a:t>儀</a:t>
                </a:r>
                <a:r>
                  <a:rPr lang="zh-TW" altLang="en-US" sz="20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Segoe UI Black" panose="020B0A02040204020203" pitchFamily="34" charset="0"/>
                  </a:rPr>
                  <a:t>錶板</a:t>
                </a:r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 rot="10800000">
                <a:off x="4403150" y="2676958"/>
                <a:ext cx="522142" cy="103909"/>
              </a:xfrm>
              <a:prstGeom prst="triangl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4607068" y="140276"/>
              <a:ext cx="813072" cy="40524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dirty="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Segoe UI Black" panose="020B0A02040204020203" pitchFamily="34" charset="0"/>
                </a:rPr>
                <a:t>紀錄</a:t>
              </a:r>
              <a:endPara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Segoe UI Black" panose="020B0A02040204020203" pitchFamily="34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5466918" y="130535"/>
              <a:ext cx="813072" cy="40524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dirty="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Segoe UI Black" panose="020B0A02040204020203" pitchFamily="34" charset="0"/>
                </a:rPr>
                <a:t>社群</a:t>
              </a:r>
              <a:endPara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Segoe UI Black" panose="020B0A02040204020203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6311832" y="131826"/>
              <a:ext cx="813072" cy="40524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dirty="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Segoe UI Black" panose="020B0A02040204020203" pitchFamily="34" charset="0"/>
                </a:rPr>
                <a:t>設定</a:t>
              </a:r>
              <a:endPara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Segoe UI Black" panose="020B0A02040204020203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8776440" y="130535"/>
              <a:ext cx="883225" cy="40524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dirty="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Segoe UI Black" panose="020B0A02040204020203" pitchFamily="34" charset="0"/>
                </a:rPr>
                <a:t>登出</a:t>
              </a:r>
              <a:endPara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Segoe UI Black" panose="020B0A02040204020203" pitchFamily="34" charset="0"/>
              </a:endParaRPr>
            </a:p>
          </p:txBody>
        </p:sp>
      </p:grpSp>
      <p:sp>
        <p:nvSpPr>
          <p:cNvPr id="31" name="圓角矩形 30"/>
          <p:cNvSpPr/>
          <p:nvPr/>
        </p:nvSpPr>
        <p:spPr>
          <a:xfrm>
            <a:off x="2613969" y="1548246"/>
            <a:ext cx="1662891" cy="4249881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生理狀況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身高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體重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BMI</a:t>
            </a:r>
          </a:p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平均脈搏值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715452" y="6286500"/>
            <a:ext cx="7958482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圓角矩形 33"/>
          <p:cNvSpPr/>
          <p:nvPr/>
        </p:nvSpPr>
        <p:spPr>
          <a:xfrm>
            <a:off x="3467973" y="6411191"/>
            <a:ext cx="2641219" cy="39485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greatperson@gmail.com</a:t>
            </a:r>
            <a:endParaRPr lang="zh-TW" altLang="en-US" dirty="0"/>
          </a:p>
        </p:txBody>
      </p:sp>
      <p:sp>
        <p:nvSpPr>
          <p:cNvPr id="36" name="圓角矩形 35"/>
          <p:cNvSpPr/>
          <p:nvPr/>
        </p:nvSpPr>
        <p:spPr>
          <a:xfrm>
            <a:off x="6221981" y="6338453"/>
            <a:ext cx="1477294" cy="4675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關於我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們</a:t>
            </a:r>
          </a:p>
        </p:txBody>
      </p:sp>
      <p:sp>
        <p:nvSpPr>
          <p:cNvPr id="37" name="圓角矩形 36"/>
          <p:cNvSpPr/>
          <p:nvPr/>
        </p:nvSpPr>
        <p:spPr>
          <a:xfrm>
            <a:off x="4393423" y="2320258"/>
            <a:ext cx="2244107" cy="10595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最近測量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脈搏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次數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algn="ctr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D3.js</a:t>
            </a:r>
          </a:p>
        </p:txBody>
      </p:sp>
      <p:sp>
        <p:nvSpPr>
          <p:cNvPr id="38" name="圓角矩形 37"/>
          <p:cNvSpPr/>
          <p:nvPr/>
        </p:nvSpPr>
        <p:spPr>
          <a:xfrm>
            <a:off x="4421041" y="3449129"/>
            <a:ext cx="2227875" cy="10595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最近脈搏分析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(D3.js)</a:t>
            </a:r>
          </a:p>
        </p:txBody>
      </p:sp>
      <p:sp>
        <p:nvSpPr>
          <p:cNvPr id="42" name="圓角矩形 41"/>
          <p:cNvSpPr/>
          <p:nvPr/>
        </p:nvSpPr>
        <p:spPr>
          <a:xfrm>
            <a:off x="6774456" y="3840899"/>
            <a:ext cx="2227875" cy="104087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社群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論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壇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6" name="群組 45"/>
          <p:cNvGrpSpPr/>
          <p:nvPr/>
        </p:nvGrpSpPr>
        <p:grpSpPr>
          <a:xfrm>
            <a:off x="6770325" y="2718844"/>
            <a:ext cx="2227875" cy="1059548"/>
            <a:chOff x="4391464" y="4290952"/>
            <a:chExt cx="2227875" cy="1059548"/>
          </a:xfrm>
        </p:grpSpPr>
        <p:sp>
          <p:nvSpPr>
            <p:cNvPr id="40" name="圓角矩形 39"/>
            <p:cNvSpPr/>
            <p:nvPr/>
          </p:nvSpPr>
          <p:spPr>
            <a:xfrm>
              <a:off x="4391464" y="4290952"/>
              <a:ext cx="2227875" cy="1059548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健康值比對表</a:t>
              </a:r>
              <a:endPara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endPara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4535647" y="4904180"/>
              <a:ext cx="1906717" cy="23964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4535647" y="4898648"/>
              <a:ext cx="655768" cy="24517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191415" y="4896216"/>
              <a:ext cx="651074" cy="2476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7" name="矩形 46"/>
          <p:cNvSpPr/>
          <p:nvPr/>
        </p:nvSpPr>
        <p:spPr>
          <a:xfrm>
            <a:off x="2785591" y="2077522"/>
            <a:ext cx="1319646" cy="12342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</a:t>
            </a:r>
            <a:endParaRPr lang="en-US" altLang="zh-TW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照片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圓角矩形 47"/>
          <p:cNvSpPr/>
          <p:nvPr/>
        </p:nvSpPr>
        <p:spPr>
          <a:xfrm>
            <a:off x="4421042" y="4584174"/>
            <a:ext cx="2227875" cy="107919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過去一個禮拜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脈搏平均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圓角矩形 48"/>
          <p:cNvSpPr/>
          <p:nvPr/>
        </p:nvSpPr>
        <p:spPr>
          <a:xfrm>
            <a:off x="6753928" y="1626016"/>
            <a:ext cx="2227875" cy="104087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近期生理建議</a:t>
            </a:r>
            <a:endParaRPr lang="en-US" altLang="zh-TW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3783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60</Words>
  <Application>Microsoft Office PowerPoint</Application>
  <PresentationFormat>寬螢幕</PresentationFormat>
  <Paragraphs>35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微軟正黑體</vt:lpstr>
      <vt:lpstr>新細明體</vt:lpstr>
      <vt:lpstr>Arial</vt:lpstr>
      <vt:lpstr>Calibri</vt:lpstr>
      <vt:lpstr>Calibri Light</vt:lpstr>
      <vt:lpstr>Segoe UI Black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cpmoviephil</dc:creator>
  <cp:lastModifiedBy>cpmoviephil</cp:lastModifiedBy>
  <cp:revision>6</cp:revision>
  <dcterms:created xsi:type="dcterms:W3CDTF">2017-05-28T14:43:24Z</dcterms:created>
  <dcterms:modified xsi:type="dcterms:W3CDTF">2017-05-28T15:24:23Z</dcterms:modified>
</cp:coreProperties>
</file>